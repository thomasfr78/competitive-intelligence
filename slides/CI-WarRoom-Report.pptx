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 ROOM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INTELLIGENCE REPORT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 du 27 Janvier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18288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GG.deals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Principale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0" y="274320"/>
            <a:ext cx="2286000" cy="54864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0" y="365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MEDIUM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Nouvelles pages détectées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0" y="1234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catalogue jeux AAA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Changements sitemap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0" y="2148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Restructuration sections deals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Uptime concurrent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99.8%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94360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stable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Mentions sociales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+45%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0" y="3977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 Reddit active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📡 Sitemap Radar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automatique du sitemap GG.deals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45,892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Totales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cette semaine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65176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Supprimées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mortes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Dernières Détections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731520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71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2971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/game/elden-ring-shadow-of-the-erdtree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0" y="2926080"/>
            <a:ext cx="109728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731520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29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/deals/steam-winter-sale-2026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0" y="3383280"/>
            <a:ext cx="109728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731520" cy="3657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886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REMOVED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7160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/game/cyberpunk-2077-old-page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32320" y="3840480"/>
            <a:ext cx="109728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3886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731520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7160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/store/instant-gaming-review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32320" y="4297680"/>
            <a:ext cx="109728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0" y="4343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Répartition par Catégorie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011680" y="1097280"/>
            <a:ext cx="5486400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1097280"/>
            <a:ext cx="3346704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(61%)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1828800"/>
            <a:ext cx="5486400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0" y="1828800"/>
            <a:ext cx="987552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920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(18%)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2560320"/>
            <a:ext cx="5486400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2560320"/>
            <a:ext cx="658368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(12%)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011680" y="3291840"/>
            <a:ext cx="5486400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Shape 15"/>
          <p:cNvSpPr/>
          <p:nvPr/>
        </p:nvSpPr>
        <p:spPr>
          <a:xfrm>
            <a:off x="2011680" y="3291840"/>
            <a:ext cx="329184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(6%)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011680" y="4023360"/>
            <a:ext cx="5486400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4023360"/>
            <a:ext cx="164592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4114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(3%)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Actions Recommandées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DC35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0" cy="10972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Contre-campagne Reddit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GG.deals gagne en visibilité sur r/GameDeals. Lancer notre propre présence.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1371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Cette semaine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FFC10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548640" cy="10972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51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DLC Elden 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 nouvelles pages = opportunité de vérifier les prix avant eux.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3 jours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5760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66160"/>
            <a:ext cx="548640" cy="1097280"/>
          </a:xfrm>
          <a:prstGeom prst="rect">
            <a:avLst/>
          </a:prstGeom>
          <a:solidFill>
            <a:srgbClr val="57606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31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deals Winter Sale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069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Documenter les écarts de prix pendant les soldes Steam.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931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7 jours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Monitoring en Temps Réel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Sitemap Monitor - ACTIVE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scan: 2 minutes ago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377440" cy="10972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45,892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Tracked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377440" cy="10972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011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Today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828800"/>
            <a:ext cx="2377440" cy="10972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2011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94360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Activity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14:32 - New page detected: /game/dragon-age-4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14:28 - Price change: Elden Ring DLC (-12%)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14:15 - Sitemap scan completed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scraper automatique (cron toutes les 6h)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Intégrer alertes Discord/Slack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monitoring concurrents secondaires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Générer rapport PDF automatique hebdo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rapport: Lundi 3 Février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Intelligence - War Room Report</dc:title>
  <dc:subject>PptxGenJS Presentation</dc:subject>
  <dc:creator>Thomas Chartrain</dc:creator>
  <cp:lastModifiedBy>Thomas Chartrain</cp:lastModifiedBy>
  <cp:revision>1</cp:revision>
  <dcterms:created xsi:type="dcterms:W3CDTF">2026-01-30T05:00:15Z</dcterms:created>
  <dcterms:modified xsi:type="dcterms:W3CDTF">2026-01-30T05:00:15Z</dcterms:modified>
</cp:coreProperties>
</file>