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29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1234" y="9525"/>
            <a:ext cx="730374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62025" y="1847998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MANDAT STRATÉGIQUE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2404169"/>
            <a:ext cx="80010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INTELLIGENCE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CONCURRENTIELLE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GLOBALE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771525"/>
            <a:ext cx="51906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MISSION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81025" y="12573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018258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Détection de Signaux Faibles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704058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Nous ne cherchons pas de simples actualités. Nous cherchons des avantages stratégiques invisibles.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336851"/>
            <a:ext cx="249531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80%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5032176"/>
            <a:ext cx="23764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SURVEILLANCE AUTOMATISÉE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5378797"/>
            <a:ext cx="23764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Agents IA 24/7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148012" y="4336851"/>
            <a:ext cx="249531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148012" y="5032176"/>
            <a:ext cx="23764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STRATÉGIQUE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148012" y="5378797"/>
            <a:ext cx="23764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Interprétation Humaine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2304"/>
            <a:ext cx="5372100" cy="276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82304"/>
            <a:ext cx="5372100" cy="276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575720"/>
            <a:ext cx="43338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224557" y="2777579"/>
            <a:ext cx="465495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A. RADAR PRODUIT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876300" y="3168104"/>
            <a:ext cx="4781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853832" y="2777579"/>
            <a:ext cx="46849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B. RADAR MÉDIA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534150" y="3168104"/>
            <a:ext cx="4781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96629"/>
            <a:ext cx="23395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76325" y="336812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Crypto / Web3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Intégration de paiements $TON ou Solana.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76325" y="3754784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Services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Lancement d'abonnements type "Game Pass".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76325" y="4141440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Plateforme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Déploiement discret de PWA ou Apps iOS.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700" y="469954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796629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734175" y="336812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Google Discover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Analyse de présence dans le feed joueurs.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34175" y="3754784"/>
            <a:ext cx="45815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Influence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Détection des campagnes payantes (TikTok/YouTube).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734175" y="4385220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Tendance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Monitoring Social Blade.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340146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378812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417477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340146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378812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4418558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SYSTÈMES DE DÉTECTION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81025" y="10668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91854"/>
            <a:ext cx="5372100" cy="2341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691854"/>
            <a:ext cx="5372100" cy="234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195982" y="2987129"/>
            <a:ext cx="46849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C. SEO WATCH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876300" y="3377654"/>
            <a:ext cx="4781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910982" y="2987129"/>
            <a:ext cx="46249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D. COMMUNITY MONITOR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534150" y="3377654"/>
            <a:ext cx="4781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006179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076325" y="357767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Keyword Gap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Sur quels mots-clés montent-ils ?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76325" y="3964334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Backlinks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Identification de partenariats cachés.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76325" y="4350990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Performance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Audit Core Web Vitals continu.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006179"/>
            <a:ext cx="26253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6734175" y="357767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Volume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Tracking membres Discord/Reddit.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734175" y="3964334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Sentiment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Analyse sémantique Trustpilot.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781800" y="4350990"/>
            <a:ext cx="4533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Signal 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Hausse plaintes "Clé dupliquée".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61101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99767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438432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361101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399767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4384327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SURVEILLANCE INFRASTRUCTURELLE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81025" y="10668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379150" y="5190375"/>
            <a:ext cx="5352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36999"/>
            <a:ext cx="2614612" cy="2277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3136999"/>
            <a:ext cx="2614612" cy="2277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136999"/>
            <a:ext cx="2614612" cy="2277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96362" y="3136999"/>
            <a:ext cx="2614612" cy="2277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81025" y="2481708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Architecture résiliente et évolutive pour l'extraction de données à grande échelle.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4981" y="3384649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75692" y="4060328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Python + ScrapingBee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28675" y="4393703"/>
            <a:ext cx="21193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 de scraping rotative (Proxies résidentiels) pour contourner les protections anti-bot (Cloudflare).</a:t>
            </a:r>
            <a:endParaRPr/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1993" y="338464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3580804" y="4060328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n8n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3633787" y="4393703"/>
            <a:ext cx="21193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Orchestration des workflows de surveillance et déclenchement des alertes.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65206" y="3384649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6385917" y="4060328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Supabase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438900" y="4393703"/>
            <a:ext cx="21193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Stockage relationnel + Vector Store pour l'historique des signaux et sentiments.</a:t>
            </a:r>
            <a:endParaRPr/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13168" y="3384649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9191029" y="4060328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OpenAI API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9244012" y="4393703"/>
            <a:ext cx="211931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Analyse sémantique des reviews et classification des signaux faibles.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INFRASTRUCTURE </a:t>
            </a: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TECHNIQUE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581025" y="10668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47800"/>
            <a:ext cx="35495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447800"/>
            <a:ext cx="3549699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447800"/>
            <a:ext cx="35495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857250" y="5549503"/>
            <a:ext cx="3035200" cy="375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OPPORTUNITÉ: Lancer campagne "Garantie Instantanée".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857250" y="5406628"/>
            <a:ext cx="30352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4597300" y="5549503"/>
            <a:ext cx="3035349" cy="375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DIAGNOSTIC: Manque de staff ou abandon communautaire.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4597300" y="5406628"/>
            <a:ext cx="303534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8337500" y="5549503"/>
            <a:ext cx="3035200" cy="375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DIAGNOSTIC: Problème de cash flow ou pivot stratégique.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8337500" y="5406628"/>
            <a:ext cx="30352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120526" y="1685925"/>
            <a:ext cx="29105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TRUSTPILOT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57250" y="2019300"/>
            <a:ext cx="3035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Hausse soudaine de 15% des plaintes "Clé dupliquée" chez Concurrent X.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908202" y="1685925"/>
            <a:ext cx="28606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 DISCORD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597300" y="2019300"/>
            <a:ext cx="303534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Date de dernière activité Admin &gt; 7 jours sur le chan #support.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600777" y="1685925"/>
            <a:ext cx="29105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AD LIBRARY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337500" y="2019300"/>
            <a:ext cx="3035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Arrêt brutal de toutes les publicités actives en Allemagne.</a:t>
            </a:r>
            <a:endParaRPr/>
          </a:p>
        </p:txBody>
      </p:sp>
      <p:pic>
        <p:nvPicPr>
          <p:cNvPr descr="image.png" id="206" name="Google Shape;20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1700212"/>
            <a:ext cx="16802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7300" y="1700212"/>
            <a:ext cx="215651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7500" y="1700212"/>
            <a:ext cx="16802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 POUVOIR DU </a:t>
            </a: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SIGNAL FAIBLE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581025" y="10668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339851"/>
            <a:ext cx="2095500" cy="1521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9887" y="3339851"/>
            <a:ext cx="2095500" cy="1521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8250" y="3339851"/>
            <a:ext cx="2095500" cy="1521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6612" y="3339851"/>
            <a:ext cx="2095500" cy="1521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4975" y="3339851"/>
            <a:ext cx="2095500" cy="152132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581025" y="40909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929163" y="3767881"/>
            <a:ext cx="17802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JANVIER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71550" y="4101256"/>
            <a:ext cx="16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Lancement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3067526" y="3767881"/>
            <a:ext cx="178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r>
              <a:rPr b="1" i="0" lang="en-US" sz="135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 JANVIER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3109912" y="4101256"/>
            <a:ext cx="1695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PREMIER RAPPORT HEBDO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5205888" y="3767881"/>
            <a:ext cx="17802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FÉV - MARS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5248275" y="4101256"/>
            <a:ext cx="1695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Déploiement Product &amp; Media Radar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7344251" y="3767881"/>
            <a:ext cx="17802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AVRIL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7386637" y="4101256"/>
            <a:ext cx="1695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Déploiement Surv. Infrastructurelle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482613" y="3767881"/>
            <a:ext cx="17802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15 MAI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525000" y="4101256"/>
            <a:ext cx="1695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Automatisation Complète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81025" y="10668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3508645" y="2231677"/>
            <a:ext cx="5174709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 ?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890962" y="3574702"/>
            <a:ext cx="4410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INTELLIGENCE CONCURRENTIELLE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257800" y="4454723"/>
            <a:ext cx="167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581025" y="2884289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3283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1676400" y="3027164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https://static.vecteezy.com/system/resources/previews/066/326/290/large_2x/global-network-connection-abstract-earth-globe-with-digital-connectivity-data-transmission-and-futuristic-blue-light-technology-background-free-photo.jpg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676400" y="347096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156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1676400" y="401002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https://img.freepik.com/premium-photo/futuristic-control-room-with-large-screens-displaying-data-analytics-integration-big-data-realtime-monitoring-exemplifies-intelligence-modern-industries_86390-30562.jpg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676400" y="445383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581025" y="1066800"/>
            <a:ext cx="57150" cy="400050"/>
          </a:xfrm>
          <a:prstGeom prst="roundRect">
            <a:avLst>
              <a:gd fmla="val 3333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